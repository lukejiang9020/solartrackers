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522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10C0-3DF0-4941-A1E5-66CC301F3E25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F97AB-AE54-437C-A9EC-3E61A50D83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10C0-3DF0-4941-A1E5-66CC301F3E25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F97AB-AE54-437C-A9EC-3E61A50D83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10C0-3DF0-4941-A1E5-66CC301F3E25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F97AB-AE54-437C-A9EC-3E61A50D83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10C0-3DF0-4941-A1E5-66CC301F3E25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F97AB-AE54-437C-A9EC-3E61A50D83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10C0-3DF0-4941-A1E5-66CC301F3E25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F97AB-AE54-437C-A9EC-3E61A50D83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10C0-3DF0-4941-A1E5-66CC301F3E25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F97AB-AE54-437C-A9EC-3E61A50D83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10C0-3DF0-4941-A1E5-66CC301F3E25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F97AB-AE54-437C-A9EC-3E61A50D83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10C0-3DF0-4941-A1E5-66CC301F3E25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F97AB-AE54-437C-A9EC-3E61A50D83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10C0-3DF0-4941-A1E5-66CC301F3E25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F97AB-AE54-437C-A9EC-3E61A50D83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10C0-3DF0-4941-A1E5-66CC301F3E25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F97AB-AE54-437C-A9EC-3E61A50D83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10C0-3DF0-4941-A1E5-66CC301F3E25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F97AB-AE54-437C-A9EC-3E61A50D83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910C0-3DF0-4941-A1E5-66CC301F3E25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F97AB-AE54-437C-A9EC-3E61A50D839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914400" y="533400"/>
            <a:ext cx="3048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90600" y="152400"/>
            <a:ext cx="1227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i="1" baseline="-25000" dirty="0" smtClean="0">
                <a:latin typeface="Times New Roman" pitchFamily="18" charset="0"/>
                <a:cs typeface="Times New Roman" pitchFamily="18" charset="0"/>
              </a:rPr>
              <a:t>CC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 13 V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Connector 6"/>
          <p:cNvCxnSpPr>
            <a:stCxn id="4" idx="4"/>
          </p:cNvCxnSpPr>
          <p:nvPr/>
        </p:nvCxnSpPr>
        <p:spPr>
          <a:xfrm>
            <a:off x="1066800" y="838200"/>
            <a:ext cx="0" cy="457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914400" y="5486400"/>
            <a:ext cx="304800" cy="152400"/>
            <a:chOff x="2971800" y="4781550"/>
            <a:chExt cx="304800" cy="152400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2971800" y="4781550"/>
              <a:ext cx="3048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3048000" y="4857750"/>
              <a:ext cx="152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048000" y="4933950"/>
              <a:ext cx="152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Oval 12"/>
          <p:cNvSpPr/>
          <p:nvPr/>
        </p:nvSpPr>
        <p:spPr>
          <a:xfrm>
            <a:off x="9144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447800" y="16002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Helvetica" pitchFamily="2" charset="0"/>
              </a:rPr>
              <a:t>LDR</a:t>
            </a:r>
            <a:endParaRPr lang="en-US" dirty="0">
              <a:latin typeface="Helvetica" pitchFamily="2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066800" y="2667000"/>
            <a:ext cx="1981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14400" y="3581400"/>
            <a:ext cx="304800" cy="7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371600" y="3733800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1K </a:t>
            </a:r>
            <a:r>
              <a:rPr lang="el-GR" dirty="0" smtClean="0">
                <a:latin typeface="Times New Roman" pitchFamily="18" charset="0"/>
                <a:cs typeface="Times New Roman" pitchFamily="18" charset="0"/>
              </a:rPr>
              <a:t>Ω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Isosceles Triangle 18"/>
          <p:cNvSpPr/>
          <p:nvPr/>
        </p:nvSpPr>
        <p:spPr>
          <a:xfrm rot="5400000">
            <a:off x="3009900" y="2400300"/>
            <a:ext cx="838200" cy="7620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048000" y="2438400"/>
            <a:ext cx="26321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>
                <a:latin typeface="Helvetica" pitchFamily="2" charset="0"/>
              </a:rPr>
              <a:t>-</a:t>
            </a:r>
          </a:p>
          <a:p>
            <a:endParaRPr lang="en-US" sz="1050" dirty="0" smtClean="0">
              <a:latin typeface="Helvetica" pitchFamily="2" charset="0"/>
            </a:endParaRPr>
          </a:p>
          <a:p>
            <a:r>
              <a:rPr lang="en-US" sz="1050" dirty="0" smtClean="0">
                <a:latin typeface="Helvetica" pitchFamily="2" charset="0"/>
              </a:rPr>
              <a:t>+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2133600" y="28956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2133600" y="2895600"/>
            <a:ext cx="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2133600" y="3657600"/>
            <a:ext cx="2362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495800" y="2743200"/>
            <a:ext cx="0" cy="2590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3733800" y="2743200"/>
            <a:ext cx="304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4343400" y="5486400"/>
            <a:ext cx="304800" cy="152400"/>
            <a:chOff x="2971800" y="4781550"/>
            <a:chExt cx="304800" cy="152400"/>
          </a:xfrm>
        </p:grpSpPr>
        <p:cxnSp>
          <p:nvCxnSpPr>
            <p:cNvPr id="36" name="Straight Connector 35"/>
            <p:cNvCxnSpPr/>
            <p:nvPr/>
          </p:nvCxnSpPr>
          <p:spPr>
            <a:xfrm>
              <a:off x="2971800" y="4781550"/>
              <a:ext cx="3048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048000" y="4857750"/>
              <a:ext cx="152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048000" y="4933950"/>
              <a:ext cx="152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/>
          <p:cNvSpPr/>
          <p:nvPr/>
        </p:nvSpPr>
        <p:spPr>
          <a:xfrm>
            <a:off x="4343400" y="2819400"/>
            <a:ext cx="304800" cy="7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4343400" y="3886200"/>
            <a:ext cx="304800" cy="7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4800600" y="2971800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100K </a:t>
            </a:r>
            <a:r>
              <a:rPr lang="el-GR" dirty="0" smtClean="0">
                <a:latin typeface="Times New Roman" pitchFamily="18" charset="0"/>
                <a:cs typeface="Times New Roman" pitchFamily="18" charset="0"/>
              </a:rPr>
              <a:t>Ω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800600" y="4038600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100K </a:t>
            </a:r>
            <a:r>
              <a:rPr lang="el-GR" dirty="0" smtClean="0">
                <a:latin typeface="Times New Roman" pitchFamily="18" charset="0"/>
                <a:cs typeface="Times New Roman" pitchFamily="18" charset="0"/>
              </a:rPr>
              <a:t>Ω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514600" y="2209800"/>
            <a:ext cx="428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i="1" baseline="-25000" dirty="0" smtClean="0">
                <a:latin typeface="Times New Roman" pitchFamily="18" charset="0"/>
                <a:cs typeface="Times New Roman" pitchFamily="18" charset="0"/>
              </a:rPr>
              <a:t>in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5" name="Straight Connector 44"/>
          <p:cNvCxnSpPr/>
          <p:nvPr/>
        </p:nvCxnSpPr>
        <p:spPr>
          <a:xfrm>
            <a:off x="6781800" y="2743200"/>
            <a:ext cx="0" cy="3733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629400" y="3962400"/>
            <a:ext cx="304800" cy="7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6629400" y="5029200"/>
            <a:ext cx="304800" cy="7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7086600" y="4114800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100K </a:t>
            </a:r>
            <a:r>
              <a:rPr lang="el-GR" dirty="0" smtClean="0">
                <a:latin typeface="Times New Roman" pitchFamily="18" charset="0"/>
                <a:cs typeface="Times New Roman" pitchFamily="18" charset="0"/>
              </a:rPr>
              <a:t>Ω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086600" y="5181600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100K </a:t>
            </a:r>
            <a:r>
              <a:rPr lang="el-GR" dirty="0" smtClean="0">
                <a:latin typeface="Times New Roman" pitchFamily="18" charset="0"/>
                <a:cs typeface="Times New Roman" pitchFamily="18" charset="0"/>
              </a:rPr>
              <a:t>Ω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9" name="Group 58"/>
          <p:cNvGrpSpPr/>
          <p:nvPr/>
        </p:nvGrpSpPr>
        <p:grpSpPr>
          <a:xfrm>
            <a:off x="6629400" y="6553200"/>
            <a:ext cx="304800" cy="152400"/>
            <a:chOff x="2971800" y="4781550"/>
            <a:chExt cx="304800" cy="152400"/>
          </a:xfrm>
        </p:grpSpPr>
        <p:cxnSp>
          <p:nvCxnSpPr>
            <p:cNvPr id="60" name="Straight Connector 59"/>
            <p:cNvCxnSpPr/>
            <p:nvPr/>
          </p:nvCxnSpPr>
          <p:spPr>
            <a:xfrm>
              <a:off x="2971800" y="4781550"/>
              <a:ext cx="3048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3048000" y="4857750"/>
              <a:ext cx="152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3048000" y="4933950"/>
              <a:ext cx="152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3" name="Straight Connector 62"/>
          <p:cNvCxnSpPr/>
          <p:nvPr/>
        </p:nvCxnSpPr>
        <p:spPr>
          <a:xfrm>
            <a:off x="6781800" y="4876800"/>
            <a:ext cx="1295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153400" y="4724400"/>
            <a:ext cx="497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i="1" baseline="-25000" dirty="0" err="1" smtClean="0">
                <a:latin typeface="Times New Roman" pitchFamily="18" charset="0"/>
                <a:cs typeface="Times New Roman" pitchFamily="18" charset="0"/>
              </a:rPr>
              <a:t>out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</Words>
  <Application>Microsoft Office PowerPoint</Application>
  <PresentationFormat>On-screen Show (4:3)</PresentationFormat>
  <Paragraphs>12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Luke Jiang</dc:creator>
  <cp:lastModifiedBy>Luke Jiang</cp:lastModifiedBy>
  <cp:revision>23</cp:revision>
  <dcterms:created xsi:type="dcterms:W3CDTF">2026-07-29T17:36:34Z</dcterms:created>
  <dcterms:modified xsi:type="dcterms:W3CDTF">2026-07-29T17:46:55Z</dcterms:modified>
</cp:coreProperties>
</file>